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514600"/>
          </a:xfrm>
          <a:prstGeom prst="rect">
            <a:avLst/>
          </a:prstGeom>
          <a:solidFill>
            <a:srgbClr val="FF3E7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82880"/>
            <a:ext cx="548640" cy="54864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43700" y="-22860"/>
            <a:ext cx="777240" cy="77724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508760"/>
            <a:ext cx="457200" cy="45720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783080"/>
            <a:ext cx="365760" cy="365760"/>
          </a:xfrm>
          <a:prstGeom prst="ellipse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480000">
            <a:off x="1088136" y="1728216"/>
            <a:ext cx="292608" cy="292608"/>
          </a:xfrm>
          <a:prstGeom prst="star5">
            <a:avLst/>
          </a:prstGeom>
          <a:solidFill>
            <a:srgbClr val="FFC53D"/>
          </a:solidFill>
          <a:ln/>
        </p:spPr>
      </p:sp>
      <p:sp>
        <p:nvSpPr>
          <p:cNvPr id="8" name="Shape 6"/>
          <p:cNvSpPr/>
          <p:nvPr/>
        </p:nvSpPr>
        <p:spPr>
          <a:xfrm rot="-720000">
            <a:off x="6409944" y="740664"/>
            <a:ext cx="256032" cy="256032"/>
          </a:xfrm>
          <a:prstGeom prst="star4">
            <a:avLst/>
          </a:prstGeom>
          <a:solidFill>
            <a:srgbClr val="FFC53D"/>
          </a:solidFill>
          <a:ln/>
        </p:spPr>
      </p:sp>
      <p:sp>
        <p:nvSpPr>
          <p:cNvPr id="9" name="Shape 7"/>
          <p:cNvSpPr/>
          <p:nvPr/>
        </p:nvSpPr>
        <p:spPr>
          <a:xfrm>
            <a:off x="-237744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9913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01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289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977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665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38353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041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5729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9417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3105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6793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481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169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87857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31545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75233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8921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6096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432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Peek At Our Week!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" y="10515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 Hashana Fun in Kindergarten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51760" y="1536192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5176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SEPT 7–11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rot="-360000">
            <a:off x="841248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E7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 rot="-360000">
            <a:off x="84124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 rot="360000">
            <a:off x="1353312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4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 rot="360000">
            <a:off x="135331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 rot="-360000">
            <a:off x="1865376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5DE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 rot="-360000">
            <a:off x="186537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 rot="360000">
            <a:off x="23774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7F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 rot="360000">
            <a:off x="23774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 rot="-360000">
            <a:off x="2889504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9C6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 rot="-360000">
            <a:off x="2889504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 rot="360000">
            <a:off x="3401568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2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 rot="360000">
            <a:off x="340156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 rot="-360000">
            <a:off x="3913632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3E7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 rot="-360000">
            <a:off x="391363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 rot="360000">
            <a:off x="4425696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A4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 rot="360000">
            <a:off x="4425696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 rot="-360000">
            <a:off x="493776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5DE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 rot="-360000"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 rot="360000">
            <a:off x="5449824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7F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 rot="360000">
            <a:off x="544982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 rot="-360000">
            <a:off x="5961888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9C6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 rot="-360000">
            <a:off x="596188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 rot="360000">
            <a:off x="6473952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2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 rot="360000">
            <a:off x="647395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457200" y="3703320"/>
            <a:ext cx="6858000" cy="1417320"/>
          </a:xfrm>
          <a:prstGeom prst="roundRect">
            <a:avLst>
              <a:gd name="adj" fmla="val 10323"/>
            </a:avLst>
          </a:prstGeom>
          <a:solidFill>
            <a:srgbClr val="FFF3D6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777240" y="388620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HASHEM! 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a wonderful week in Kindergarten! We learned so much about Rosh Hashana. We can’t wait for Yom Tov to come!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7250" y="5349240"/>
            <a:ext cx="914400" cy="914400"/>
          </a:xfrm>
          <a:prstGeom prst="ellipse">
            <a:avLst/>
          </a:prstGeom>
          <a:solidFill>
            <a:srgbClr val="FF3E7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857250" y="5349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🍎</a:t>
            </a:r>
            <a:endParaRPr lang="en-US" sz="340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6400800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Apples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571750" y="5349240"/>
            <a:ext cx="914400" cy="914400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2571750" y="5349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🍯</a:t>
            </a:r>
            <a:endParaRPr lang="en-US" sz="3400" dirty="0"/>
          </a:p>
        </p:txBody>
      </p:sp>
      <p:sp>
        <p:nvSpPr>
          <p:cNvPr id="63" name="Text 61"/>
          <p:cNvSpPr txBox="1"/>
          <p:nvPr/>
        </p:nvSpPr>
        <p:spPr>
          <a:xfrm>
            <a:off x="2217420" y="6400800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Honey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286250" y="5349240"/>
            <a:ext cx="914400" cy="914400"/>
          </a:xfrm>
          <a:prstGeom prst="ellipse">
            <a:avLst/>
          </a:prstGeom>
          <a:solidFill>
            <a:srgbClr val="3FA9F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4286250" y="5349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📯</a:t>
            </a:r>
            <a:endParaRPr lang="en-US" sz="3400" dirty="0"/>
          </a:p>
        </p:txBody>
      </p:sp>
      <p:sp>
        <p:nvSpPr>
          <p:cNvPr id="66" name="Text 64"/>
          <p:cNvSpPr txBox="1"/>
          <p:nvPr/>
        </p:nvSpPr>
        <p:spPr>
          <a:xfrm>
            <a:off x="3931920" y="6400800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Shofar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000750" y="5349240"/>
            <a:ext cx="914400" cy="914400"/>
          </a:xfrm>
          <a:prstGeom prst="ellipse">
            <a:avLst/>
          </a:prstGeom>
          <a:solidFill>
            <a:srgbClr val="9B5DE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8" name="Text 66"/>
          <p:cNvSpPr txBox="1"/>
          <p:nvPr/>
        </p:nvSpPr>
        <p:spPr>
          <a:xfrm>
            <a:off x="6000750" y="5349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🎉</a:t>
            </a:r>
            <a:endParaRPr lang="en-US" sz="3400" dirty="0"/>
          </a:p>
        </p:txBody>
      </p:sp>
      <p:sp>
        <p:nvSpPr>
          <p:cNvPr id="69" name="Text 67"/>
          <p:cNvSpPr txBox="1"/>
          <p:nvPr/>
        </p:nvSpPr>
        <p:spPr>
          <a:xfrm>
            <a:off x="5646420" y="6400800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Yom Tov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57200" y="6903720"/>
            <a:ext cx="6858000" cy="2514600"/>
          </a:xfrm>
          <a:prstGeom prst="roundRect">
            <a:avLst>
              <a:gd name="adj" fmla="val 5818"/>
            </a:avLst>
          </a:prstGeom>
          <a:solidFill>
            <a:srgbClr val="E3F3FE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685800" y="7086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D7F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What's Inside This Newsletter</a:t>
            </a:r>
            <a:endParaRPr lang="en-US" sz="1450" dirty="0"/>
          </a:p>
        </p:txBody>
      </p:sp>
      <p:sp>
        <p:nvSpPr>
          <p:cNvPr id="72" name="Text 70"/>
          <p:cNvSpPr txBox="1"/>
          <p:nvPr/>
        </p:nvSpPr>
        <p:spPr>
          <a:xfrm>
            <a:off x="822960" y="749808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📯  The Shofar &amp; our Mystery Food Box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Mitzvos, quiet hearts &amp; davening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 Being good listeners together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Table top cutting &amp; coloring fun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 our Kinderlach are davening for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Song of the week &amp; a sweet goodbye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FF3E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4437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Yom Tov: Rosh Hashana!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97357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Sounding the Shofar 📯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D6215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🐏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30759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Discovered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6858000" cy="2240915"/>
          </a:xfrm>
          <a:prstGeom prst="roundRect">
            <a:avLst>
              <a:gd name="adj" fmla="val 6529"/>
            </a:avLst>
          </a:prstGeom>
          <a:solidFill>
            <a:srgbClr val="FFE3ED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03704"/>
            <a:ext cx="6309360" cy="191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got to see and hear a real shofar!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 blows it in shul on Rosh Hashana.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 is to stay quiet and listen carefully when we hear it.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each took a turn to blow the shofar ourselves!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painted and made our very own shofars to keep!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965827"/>
            <a:ext cx="6858000" cy="2377440"/>
          </a:xfrm>
          <a:prstGeom prst="roundRect">
            <a:avLst>
              <a:gd name="adj" fmla="val 6154"/>
            </a:avLst>
          </a:prstGeom>
          <a:solidFill>
            <a:srgbClr val="FFF3D6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-480000">
            <a:off x="868680" y="5423027"/>
            <a:ext cx="1463040" cy="1463040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-480000">
            <a:off x="868680" y="5423027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📯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 rot="480000">
            <a:off x="5440680" y="5423027"/>
            <a:ext cx="1463040" cy="1463040"/>
          </a:xfrm>
          <a:prstGeom prst="ellipse">
            <a:avLst/>
          </a:prstGeom>
          <a:solidFill>
            <a:srgbClr val="FF3E7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480000">
            <a:off x="5440680" y="5423027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🎨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5423027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Look at our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colorful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shofar art!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7937627"/>
            <a:ext cx="6858000" cy="1371600"/>
          </a:xfrm>
          <a:prstGeom prst="roundRect">
            <a:avLst>
              <a:gd name="adj" fmla="val 10667"/>
            </a:avLst>
          </a:prstGeom>
          <a:solidFill>
            <a:srgbClr val="3FA9F5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-600000">
            <a:off x="603504" y="8440547"/>
            <a:ext cx="365760" cy="365760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 rot="600000">
            <a:off x="6803136" y="8440547"/>
            <a:ext cx="365760" cy="365760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7937627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TEKIAH!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are SO proud of our shofar sounds!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FF3E7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143000"/>
          </a:xfrm>
          <a:prstGeom prst="rect">
            <a:avLst/>
          </a:prstGeom>
          <a:solidFill>
            <a:srgbClr val="FFC5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200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Mystery Food Box!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229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Yummy Rosh Hashana Symbols 🍯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Morah filled a box with special foods — we felt, guessed, and learned what each one means!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74420" y="2171700"/>
            <a:ext cx="1051560" cy="1051560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4420" y="21717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🍯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Honey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0420" y="2171700"/>
            <a:ext cx="1051560" cy="1051560"/>
          </a:xfrm>
          <a:prstGeom prst="ellipse">
            <a:avLst/>
          </a:prstGeom>
          <a:solidFill>
            <a:srgbClr val="FF3E7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360420" y="21717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🍎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46420" y="2171700"/>
            <a:ext cx="1051560" cy="1051560"/>
          </a:xfrm>
          <a:prstGeom prst="ellipse">
            <a:avLst/>
          </a:prstGeom>
          <a:solidFill>
            <a:srgbClr val="FF7A4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46420" y="21717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🥕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3355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Carrots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74420" y="3863340"/>
            <a:ext cx="1051560" cy="1051560"/>
          </a:xfrm>
          <a:prstGeom prst="ellipse">
            <a:avLst/>
          </a:prstGeom>
          <a:solidFill>
            <a:srgbClr val="6E2C5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74216" y="4210355"/>
            <a:ext cx="651967" cy="525780"/>
          </a:xfrm>
          <a:prstGeom prst="ellipse">
            <a:avLst/>
          </a:prstGeom>
          <a:solidFill>
            <a:srgbClr val="C81E5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6075" y="3947465"/>
            <a:ext cx="168250" cy="151425"/>
          </a:xfrm>
          <a:prstGeom prst="triangle">
            <a:avLst/>
          </a:prstGeom>
          <a:solidFill>
            <a:srgbClr val="3DA35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52982" y="4347058"/>
            <a:ext cx="84125" cy="84125"/>
          </a:xfrm>
          <a:prstGeom prst="ellipse">
            <a:avLst/>
          </a:prstGeom>
          <a:solidFill>
            <a:srgbClr val="FFD9E6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2262" y="4283964"/>
            <a:ext cx="84125" cy="84125"/>
          </a:xfrm>
          <a:prstGeom prst="ellipse">
            <a:avLst/>
          </a:prstGeom>
          <a:solidFill>
            <a:srgbClr val="FFD9E6"/>
          </a:solidFill>
          <a:ln/>
        </p:spPr>
      </p:sp>
      <p:sp>
        <p:nvSpPr>
          <p:cNvPr id="20" name="Shape 18"/>
          <p:cNvSpPr/>
          <p:nvPr/>
        </p:nvSpPr>
        <p:spPr>
          <a:xfrm>
            <a:off x="1579169" y="4441698"/>
            <a:ext cx="84125" cy="84125"/>
          </a:xfrm>
          <a:prstGeom prst="ellipse">
            <a:avLst/>
          </a:prstGeom>
          <a:solidFill>
            <a:srgbClr val="FFD9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Pomegranate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60420" y="3863340"/>
            <a:ext cx="1051560" cy="1051560"/>
          </a:xfrm>
          <a:prstGeom prst="ellipse">
            <a:avLst/>
          </a:prstGeom>
          <a:solidFill>
            <a:srgbClr val="3FA9F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360420" y="38633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🐟</a:t>
            </a:r>
            <a:endParaRPr lang="en-US" sz="38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Fish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46420" y="3863340"/>
            <a:ext cx="1051560" cy="1051560"/>
          </a:xfrm>
          <a:prstGeom prst="ellipse">
            <a:avLst/>
          </a:prstGeom>
          <a:solidFill>
            <a:srgbClr val="9B5DE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46420" y="38633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🍞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50474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Challah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852160"/>
            <a:ext cx="530352" cy="530352"/>
          </a:xfrm>
          <a:prstGeom prst="ellipse">
            <a:avLst/>
          </a:prstGeom>
          <a:solidFill>
            <a:srgbClr val="7A3DC4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57200" y="5852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✨</a:t>
            </a:r>
            <a:endParaRPr lang="en-US" sz="250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" y="583387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7A3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They Mean</a:t>
            </a:r>
            <a:endParaRPr lang="en-US" sz="2050" dirty="0"/>
          </a:p>
        </p:txBody>
      </p:sp>
      <p:sp>
        <p:nvSpPr>
          <p:cNvPr id="31" name="Shape 29"/>
          <p:cNvSpPr/>
          <p:nvPr/>
        </p:nvSpPr>
        <p:spPr>
          <a:xfrm>
            <a:off x="457200" y="6565392"/>
            <a:ext cx="6858000" cy="1523365"/>
          </a:xfrm>
          <a:prstGeom prst="roundRect">
            <a:avLst>
              <a:gd name="adj" fmla="val 9604"/>
            </a:avLst>
          </a:prstGeom>
          <a:solidFill>
            <a:srgbClr val="F1E7FB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6729984"/>
            <a:ext cx="6309360" cy="119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&amp; Honey — so Hashem gives us a sweet year!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the Fish — we want to be like the head, not the tail!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Pomegranate Seeds — so we should have as many mitzvos as seeds!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8637397"/>
            <a:ext cx="6858000" cy="1051560"/>
          </a:xfrm>
          <a:prstGeom prst="roundRect">
            <a:avLst>
              <a:gd name="adj" fmla="val 13913"/>
            </a:avLst>
          </a:prstGeom>
          <a:solidFill>
            <a:srgbClr val="FF7A45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 rot="-600000">
            <a:off x="603504" y="8980297"/>
            <a:ext cx="365760" cy="365760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 rot="600000">
            <a:off x="6803136" y="8980297"/>
            <a:ext cx="365760" cy="365760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88720" y="8637397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Yum! We tasted them all!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4437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Mitzvos Make Hashem Happy!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97357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Mitzvos &amp; Aveiros Scale ⚖️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7A3DC4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⚖️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30759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7A3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Tipping the Scale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6858000" cy="2037715"/>
          </a:xfrm>
          <a:prstGeom prst="roundRect">
            <a:avLst>
              <a:gd name="adj" fmla="val 7180"/>
            </a:avLst>
          </a:prstGeom>
          <a:solidFill>
            <a:srgbClr val="F1E7FB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03704"/>
            <a:ext cx="6309360" cy="170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Morah showed us pictures of people doing Mitzvos and Aveiros.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each got to place them on the Mitzvos or Aveiros side of the scale.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do LOTS of mitzvos so the scale tips to the Mitzvos side!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762627"/>
            <a:ext cx="530352" cy="530352"/>
          </a:xfrm>
          <a:prstGeom prst="ellipse">
            <a:avLst/>
          </a:prstGeom>
          <a:solidFill>
            <a:srgbClr val="D6215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476262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🙏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4744339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Quiet for Davening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457200" y="5475859"/>
            <a:ext cx="6858000" cy="1780540"/>
          </a:xfrm>
          <a:prstGeom prst="roundRect">
            <a:avLst>
              <a:gd name="adj" fmla="val 8217"/>
            </a:avLst>
          </a:prstGeom>
          <a:solidFill>
            <a:srgbClr val="FFE3ED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5640451"/>
            <a:ext cx="6309360" cy="145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Mommy and Totty daven, we stay quiet so they can daven for a good year.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dressed up and pretended to go to shul ourselves!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each got a turn to share what we will daven for.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7896479"/>
            <a:ext cx="6858000" cy="1965960"/>
          </a:xfrm>
          <a:prstGeom prst="roundRect">
            <a:avLst>
              <a:gd name="adj" fmla="val 7442"/>
            </a:avLst>
          </a:prstGeom>
          <a:solidFill>
            <a:srgbClr val="9B5DE5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8239379"/>
            <a:ext cx="1280160" cy="12801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8239379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🕍️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8079359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Look for it inside: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will YOU daven for this Rosh Hashana?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9B5DE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33C4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4437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Being Good Listeners!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97357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Social Groups Goal 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1F9C68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👂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30759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F9C6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Listening Goal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6858000" cy="2037715"/>
          </a:xfrm>
          <a:prstGeom prst="roundRect">
            <a:avLst>
              <a:gd name="adj" fmla="val 7180"/>
            </a:avLst>
          </a:prstGeom>
          <a:solidFill>
            <a:srgbClr val="E1F8ED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03704"/>
            <a:ext cx="6309360" cy="170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this week was being a good listener!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learned that we go to our parents and grandparents to wish them a Shana Tova.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practiced listening to Morah all day long — even on our trip to the mailbox!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671187"/>
            <a:ext cx="530352" cy="530352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4671187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🍪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4652899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E8A4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Sweet Surprises This Week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457200" y="5384419"/>
            <a:ext cx="6858000" cy="1164590"/>
          </a:xfrm>
          <a:prstGeom prst="roundRect">
            <a:avLst>
              <a:gd name="adj" fmla="val 12563"/>
            </a:avLst>
          </a:prstGeom>
          <a:solidFill>
            <a:srgbClr val="FFF3D6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5549011"/>
            <a:ext cx="6309360" cy="835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mailed Shana Tova cards to our grandparents!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yummy honey cookies using a visual recipe.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 rot="-360000">
            <a:off x="1440180" y="7326249"/>
            <a:ext cx="1463040" cy="1463040"/>
          </a:xfrm>
          <a:prstGeom prst="ellipse">
            <a:avLst/>
          </a:prstGeom>
          <a:solidFill>
            <a:srgbClr val="3FA9F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-360000">
            <a:off x="1440180" y="7326249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✉️</a:t>
            </a:r>
            <a:endParaRPr lang="en-US" sz="5600" dirty="0"/>
          </a:p>
        </p:txBody>
      </p:sp>
      <p:sp>
        <p:nvSpPr>
          <p:cNvPr id="17" name="Shape 15"/>
          <p:cNvSpPr/>
          <p:nvPr/>
        </p:nvSpPr>
        <p:spPr>
          <a:xfrm rot="360000">
            <a:off x="4869180" y="7326249"/>
            <a:ext cx="1463040" cy="1463040"/>
          </a:xfrm>
          <a:prstGeom prst="ellipse">
            <a:avLst/>
          </a:prstGeom>
          <a:solidFill>
            <a:srgbClr val="FF7A4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 rot="360000">
            <a:off x="4869180" y="7326249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🍪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8880729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Our Grandparents!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8880729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Yummy Honey Cookies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1F9C68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5156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94437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Table Top Fun!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97357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Cutting, Coloring &amp; Gluing ✂️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E85D2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🖍️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130759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E85D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Busy Little Hands</a:t>
            </a:r>
            <a:endParaRPr lang="en-US" sz="20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6858000" cy="2599690"/>
          </a:xfrm>
          <a:prstGeom prst="roundRect">
            <a:avLst>
              <a:gd name="adj" fmla="val 5628"/>
            </a:avLst>
          </a:prstGeom>
          <a:solidFill>
            <a:srgbClr val="FFE9DE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03704"/>
            <a:ext cx="6309360" cy="2270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cut out our own shofars.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colored matching cards.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stick glue for a fun tissue paper activity.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practiced color-by-number with crayons.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cut Rosh Hashana pictures from a magazine to make a collage.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900"/>
              </a:spcAft>
              <a:buSzPct val="100000"/>
              <a:buChar char="●"/>
            </a:pPr>
            <a:r>
              <a:rPr lang="en-US" sz="15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week we worked on our fine motor skills!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5370322"/>
            <a:ext cx="530352" cy="530352"/>
          </a:xfrm>
          <a:prstGeom prst="ellipse">
            <a:avLst/>
          </a:prstGeom>
          <a:solidFill>
            <a:srgbClr val="7A3DC4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" y="537032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🌟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5352034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7A3DC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Skills We Practiced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 rot="-300000">
            <a:off x="720090" y="6376162"/>
            <a:ext cx="1188720" cy="1188720"/>
          </a:xfrm>
          <a:prstGeom prst="ellipse">
            <a:avLst/>
          </a:prstGeom>
          <a:solidFill>
            <a:srgbClr val="FF3E7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-300000">
            <a:off x="720090" y="637616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✂️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702042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Cutting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300000">
            <a:off x="2434590" y="6376162"/>
            <a:ext cx="1188720" cy="1188720"/>
          </a:xfrm>
          <a:prstGeom prst="ellipse">
            <a:avLst/>
          </a:prstGeom>
          <a:solidFill>
            <a:srgbClr val="3FA9F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 rot="300000">
            <a:off x="2434590" y="637616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🖍️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2217420" y="7702042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-300000">
            <a:off x="4149090" y="6376162"/>
            <a:ext cx="1188720" cy="1188720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 rot="-300000">
            <a:off x="4149090" y="637616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🧵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7702042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Gluing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 rot="300000">
            <a:off x="5863590" y="6376162"/>
            <a:ext cx="1188720" cy="1188720"/>
          </a:xfrm>
          <a:prstGeom prst="ellipse">
            <a:avLst/>
          </a:prstGeom>
          <a:solidFill>
            <a:srgbClr val="9B5DE5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 rot="300000">
            <a:off x="5863590" y="6376162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🖼️</a:t>
            </a:r>
            <a:endParaRPr lang="en-US" sz="4200" dirty="0"/>
          </a:p>
        </p:txBody>
      </p:sp>
      <p:sp>
        <p:nvSpPr>
          <p:cNvPr id="24" name="Text 22"/>
          <p:cNvSpPr txBox="1"/>
          <p:nvPr/>
        </p:nvSpPr>
        <p:spPr>
          <a:xfrm>
            <a:off x="5646420" y="7702042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Collage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8433562"/>
            <a:ext cx="6858000" cy="1143000"/>
          </a:xfrm>
          <a:prstGeom prst="roundRect">
            <a:avLst>
              <a:gd name="adj" fmla="val 12800"/>
            </a:avLst>
          </a:prstGeom>
          <a:solidFill>
            <a:srgbClr val="FF3E7F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 rot="-600000">
            <a:off x="603504" y="8822182"/>
            <a:ext cx="365760" cy="365760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 rot="600000">
            <a:off x="6803136" y="8822182"/>
            <a:ext cx="365760" cy="365760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88720" y="8433562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are becoming</a:t>
            </a:r>
            <a:endParaRPr lang="en-US" sz="1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super crafters!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E85D2A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2344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345643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Kinderlach Say...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8563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will you daven for?” 💬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 rot="-96000">
            <a:off x="457200" y="1508760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FF3E7F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Rosie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new toys”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 rot="96000">
            <a:off x="4046220" y="1508760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E8A400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Moshe W.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candy”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 rot="-96000">
            <a:off x="457200" y="2916936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9B5DE5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Moshe B.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daven for my Mommy”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 rot="96000">
            <a:off x="4046220" y="2916936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1D7FC4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blanket shouldn’t get lost”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 rot="-96000">
            <a:off x="457200" y="4325112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1F9C68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new lego”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 rot="96000">
            <a:off x="4046220" y="4325112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E85D2A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Binyomin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lego”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 rot="-96000">
            <a:off x="457200" y="5733288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FF3E7F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 dollhouse”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 rot="96000">
            <a:off x="4046220" y="5733288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E8A400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everything”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 rot="-96000">
            <a:off x="457200" y="7141464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9B5DE5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Tzvi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a new Menorah”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 rot="96000">
            <a:off x="4046220" y="7141464"/>
            <a:ext cx="3268980" cy="1207008"/>
          </a:xfrm>
          <a:prstGeom prst="wedgeRoundRectCallout">
            <a:avLst/>
          </a:prstGeom>
          <a:solidFill>
            <a:srgbClr val="FFFFFF"/>
          </a:solidFill>
          <a:ln w="31750">
            <a:solidFill>
              <a:srgbClr val="1D7FC4"/>
            </a:solidFill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</a:t>
            </a:r>
            <a:endParaRPr lang="en-US" sz="13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toys”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32320" y="9418320"/>
            <a:ext cx="365760" cy="365760"/>
          </a:xfrm>
          <a:prstGeom prst="ellipse">
            <a:avLst/>
          </a:prstGeom>
          <a:solidFill>
            <a:srgbClr val="1D7FC4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0" y="9418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914400"/>
          </a:xfrm>
          <a:prstGeom prst="rect">
            <a:avLst/>
          </a:prstGeom>
          <a:solidFill>
            <a:srgbClr val="FF3E7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 &amp; Song of the Week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" cy="530352"/>
          </a:xfrm>
          <a:prstGeom prst="ellipse">
            <a:avLst/>
          </a:prstGeom>
          <a:solidFill>
            <a:srgbClr val="D6215F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💡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1170432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Learned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6858000" cy="1417320"/>
          </a:xfrm>
          <a:prstGeom prst="roundRect">
            <a:avLst>
              <a:gd name="adj" fmla="val 10323"/>
            </a:avLst>
          </a:prstGeom>
          <a:solidFill>
            <a:srgbClr val="FFE3ED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57984"/>
            <a:ext cx="2026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13232" y="2157984"/>
            <a:ext cx="1880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Mitzvos vs. Aveiros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04160" y="2157984"/>
            <a:ext cx="2026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77312" y="2157984"/>
            <a:ext cx="1880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Scale ⚖️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68240" y="2157984"/>
            <a:ext cx="20269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41392" y="2157984"/>
            <a:ext cx="1880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D6215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Being a Good Listener 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530352" cy="530352"/>
          </a:xfrm>
          <a:prstGeom prst="ellipse">
            <a:avLst/>
          </a:prstGeom>
          <a:solidFill>
            <a:srgbClr val="E8A400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720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🎵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3758184"/>
            <a:ext cx="6190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E8A4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Song of the Week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457200" y="4489704"/>
            <a:ext cx="6858000" cy="1783080"/>
          </a:xfrm>
          <a:prstGeom prst="roundRect">
            <a:avLst>
              <a:gd name="adj" fmla="val 8205"/>
            </a:avLst>
          </a:prstGeom>
          <a:solidFill>
            <a:srgbClr val="FFF3D6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465429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(Tune: Row, Row, Row Your Boat)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46904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“Apples, honey, pomegranate,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Carrots, fish, and more,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Shana Tova, happy new year,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D62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 at our door!”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6684264"/>
            <a:ext cx="6858000" cy="2916936"/>
          </a:xfrm>
          <a:prstGeom prst="roundRect">
            <a:avLst>
              <a:gd name="adj" fmla="val 5643"/>
            </a:avLst>
          </a:prstGeom>
          <a:solidFill>
            <a:srgbClr val="9B5DE5"/>
          </a:solidFill>
          <a:ln/>
          <a:effectLst>
            <a:outerShdw sx="100000" sy="100000" kx="0" ky="0" algn="bl" rotWithShape="0" blurRad="88900" dist="25400" dir="5400000">
              <a:srgbClr val="6B6B6B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6775704"/>
            <a:ext cx="548640" cy="54864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6821424"/>
            <a:ext cx="640080" cy="64008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43700" y="8938260"/>
            <a:ext cx="411480" cy="41148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6885432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Gut Shabbos!!!</a:t>
            </a:r>
            <a:endParaRPr lang="en-US" sz="2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7507224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Wishing you a Ksiva V’chasima Tova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b="1" i="1" dirty="0">
                <a:solidFill>
                  <a:srgbClr val="FFC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Sweet New Year!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819302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🍎 🍯 🥫 🎉 ✨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90982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— Morah Faigy and all the Morahs 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2026-09-11T04:41:37Z</dcterms:created>
  <dcterms:modified xsi:type="dcterms:W3CDTF">2026-09-11T04:41:37Z</dcterms:modified>
</cp:coreProperties>
</file>