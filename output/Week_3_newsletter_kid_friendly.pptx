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788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28600"/>
            <a:ext cx="64008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29400" y="45720"/>
            <a:ext cx="822960" cy="822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95160" y="16002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1460" y="1897380"/>
            <a:ext cx="411480" cy="411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237744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9913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3601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7289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50977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665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38353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82041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5729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69417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3105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6793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00481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4169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87857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1545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75233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18921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6096" y="25968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4320" y="3840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Peek At Our Week!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" y="12070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 Hashana Fun in Kindergarten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560320" y="17373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560320" y="1737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SEPT 15–19</a:t>
            </a:r>
            <a:endParaRPr lang="en-US" sz="1350" dirty="0"/>
          </a:p>
        </p:txBody>
      </p:sp>
      <p:pic>
        <p:nvPicPr>
          <p:cNvPr id="30" name="Image 0" descr="/tmp/claude-0/-home-user-Test/deccdf58-9044-54bf-8514-2e7952de6145/scratchpad/newsletter/unpacked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3063240"/>
            <a:ext cx="3291840" cy="47512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457200" y="3886200"/>
            <a:ext cx="6858000" cy="1691640"/>
          </a:xfrm>
          <a:prstGeom prst="roundRect">
            <a:avLst>
              <a:gd name="adj" fmla="val 7568"/>
            </a:avLst>
          </a:prstGeom>
          <a:solidFill>
            <a:srgbClr val="FFF3D9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777240" y="4087368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HASHEM! </a:t>
            </a:r>
            <a:endParaRPr lang="en-US" sz="16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a wonderful week in Kindergarten! We learned so much about Rosh Hashana — we can’t wait for Yom Tov to come!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074420" y="5737860"/>
            <a:ext cx="1051560" cy="105156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1074420" y="5737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🍎</a:t>
            </a:r>
            <a:endParaRPr lang="en-US" sz="40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949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Apples &amp; Honey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3360420" y="5737860"/>
            <a:ext cx="1051560" cy="1051560"/>
          </a:xfrm>
          <a:prstGeom prst="ellipse">
            <a:avLst/>
          </a:prstGeom>
          <a:solidFill>
            <a:srgbClr val="E09A00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3360420" y="5737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📯</a:t>
            </a:r>
            <a:endParaRPr lang="en-US" sz="4000" dirty="0"/>
          </a:p>
        </p:txBody>
      </p:sp>
      <p:sp>
        <p:nvSpPr>
          <p:cNvPr id="38" name="Text 35"/>
          <p:cNvSpPr txBox="1"/>
          <p:nvPr/>
        </p:nvSpPr>
        <p:spPr>
          <a:xfrm>
            <a:off x="2834640" y="6949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Shofar Sounds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646420" y="5737860"/>
            <a:ext cx="1051560" cy="1051560"/>
          </a:xfrm>
          <a:prstGeom prst="ellipse">
            <a:avLst/>
          </a:prstGeom>
          <a:solidFill>
            <a:srgbClr val="4EA8DE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5646420" y="5737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🎉</a:t>
            </a:r>
            <a:endParaRPr lang="en-US" sz="4000" dirty="0"/>
          </a:p>
        </p:txBody>
      </p:sp>
      <p:sp>
        <p:nvSpPr>
          <p:cNvPr id="41" name="Text 38"/>
          <p:cNvSpPr txBox="1"/>
          <p:nvPr/>
        </p:nvSpPr>
        <p:spPr>
          <a:xfrm>
            <a:off x="5120640" y="6949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Sweet New Year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457200" y="7635240"/>
            <a:ext cx="6858000" cy="1828800"/>
          </a:xfrm>
          <a:prstGeom prst="roundRect">
            <a:avLst>
              <a:gd name="adj" fmla="val 7000"/>
            </a:avLst>
          </a:prstGeom>
          <a:solidFill>
            <a:srgbClr val="E8F4FB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685800" y="7818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82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What’s Inside This Newsletter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22960" y="8229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📯  The Shofar &amp; Rosh Hashana traditions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Exercise time &amp; our daily lesson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Our Back-to-School unit &amp; song of the week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9601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Yom Tov: Rosh Hashana!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486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Sounding the Shofar 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E09A00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🐏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16152"/>
            <a:ext cx="6217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9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Discovered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6858000" cy="2075752"/>
          </a:xfrm>
          <a:prstGeom prst="roundRect">
            <a:avLst>
              <a:gd name="adj" fmla="val 6167"/>
            </a:avLst>
          </a:prstGeom>
          <a:solidFill>
            <a:srgbClr val="FFF3D9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13232" y="2073859"/>
            <a:ext cx="6345936" cy="1768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shofar comes from a ram — an ayil!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chazzan blows it in shul on Rosh Hashana.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 is to listen quietly — we practiced staying still and quiet.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each got a turn to blow the shofar ourselves!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our very own shofars to take home.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4361752"/>
            <a:ext cx="502920" cy="502920"/>
          </a:xfrm>
          <a:prstGeom prst="ellipse">
            <a:avLst/>
          </a:prstGeom>
          <a:solidFill>
            <a:srgbClr val="C1121F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436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🍯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343464"/>
            <a:ext cx="6217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11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Sweet Traditions We Tasted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57200" y="5047552"/>
            <a:ext cx="6858000" cy="2538667"/>
          </a:xfrm>
          <a:prstGeom prst="roundRect">
            <a:avLst>
              <a:gd name="adj" fmla="val 5043"/>
            </a:avLst>
          </a:prstGeom>
          <a:solidFill>
            <a:srgbClr val="FDE6E7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5201171"/>
            <a:ext cx="6345936" cy="2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about special foods: fish head, pomegranate, round challah &amp; sweet carrots.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Enjoyed a pretend Rosh Hashana Seuda and tasted them all — yum!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our own Simanim plates to use at home.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on a food hunt at the grocery store with a checklist — and found everything!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delicious honey cookies special for Rosh Hashana.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0110" y="7974838"/>
            <a:ext cx="868680" cy="868680"/>
          </a:xfrm>
          <a:prstGeom prst="ellipse">
            <a:avLst/>
          </a:prstGeom>
          <a:solidFill>
            <a:srgbClr val="4EA8DE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80110" y="797483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🐟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2594610" y="7974838"/>
            <a:ext cx="868680" cy="86868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594610" y="797483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🍎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4309110" y="7974838"/>
            <a:ext cx="868680" cy="868680"/>
          </a:xfrm>
          <a:prstGeom prst="ellipse">
            <a:avLst/>
          </a:prstGeom>
          <a:solidFill>
            <a:srgbClr val="E09A00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309110" y="797483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🍯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023610" y="7974838"/>
            <a:ext cx="868680" cy="868680"/>
          </a:xfrm>
          <a:prstGeom prst="ellipse">
            <a:avLst/>
          </a:prstGeom>
          <a:solidFill>
            <a:srgbClr val="8E5FA8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023610" y="797483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🥕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914400"/>
          </a:xfrm>
          <a:prstGeom prst="rect">
            <a:avLst/>
          </a:prstGeom>
          <a:solidFill>
            <a:srgbClr val="4EA8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Let’s Move &amp; Learn!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2D82B5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🏃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70432"/>
            <a:ext cx="6217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D82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Exercise Time!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6858000" cy="1872552"/>
          </a:xfrm>
          <a:prstGeom prst="roundRect">
            <a:avLst>
              <a:gd name="adj" fmla="val 6836"/>
            </a:avLst>
          </a:prstGeom>
          <a:solidFill>
            <a:srgbClr val="E8F4FB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028139"/>
            <a:ext cx="6345936" cy="156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Shofar Freeze Dance — we danced to the music and froze the moment we heard the shofar!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Shana Tova Game — we stood on our poly spots and moved to the music.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music stopped, we switched spots with a friend and said “Shana Tova!”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4112832"/>
            <a:ext cx="502920" cy="502920"/>
          </a:xfrm>
          <a:prstGeom prst="ellipse">
            <a:avLst/>
          </a:prstGeom>
          <a:solidFill>
            <a:srgbClr val="6E3F8A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4112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094544"/>
            <a:ext cx="6217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E3F8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Today’s Lesson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7200" y="4798632"/>
            <a:ext cx="6858000" cy="2205609"/>
          </a:xfrm>
          <a:prstGeom prst="roundRect">
            <a:avLst>
              <a:gd name="adj" fmla="val 5804"/>
            </a:avLst>
          </a:prstGeom>
          <a:solidFill>
            <a:srgbClr val="F3E8F7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13232" y="4952251"/>
            <a:ext cx="6345936" cy="1898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mitzvos makes Hashem happy! We sorted pictures of mitzvos and aveiros onto a happy or frowny scale.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lots of mitzvos so the scale tips to the happy side!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learned to stay busy and quiet when Mommy is davening.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dressed up like a mommy and practiced pretend-davening without interrupting — we did awesome!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7415721"/>
            <a:ext cx="6858000" cy="1417320"/>
          </a:xfrm>
          <a:prstGeom prst="roundRect">
            <a:avLst>
              <a:gd name="adj" fmla="val 9032"/>
            </a:avLst>
          </a:prstGeom>
          <a:solidFill>
            <a:srgbClr val="8E5FA8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7667181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7667181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⚖️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759860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 I Learned This Week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Mitzvos vs. Aveiros — The Scale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Exploring Our School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C1121F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70432"/>
            <a:ext cx="6217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11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Unit: Back to School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6858000" cy="1872552"/>
          </a:xfrm>
          <a:prstGeom prst="roundRect">
            <a:avLst>
              <a:gd name="adj" fmla="val 6836"/>
            </a:avLst>
          </a:prstGeom>
          <a:solidFill>
            <a:srgbClr val="FDE6E7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028139"/>
            <a:ext cx="6345936" cy="156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we focused on our school building — the places and the people in it.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went on a hunt to explore and meet the people who work here.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visited fun spots like the library, the office, the gym, the roof, and so much more!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4112832"/>
            <a:ext cx="502920" cy="502920"/>
          </a:xfrm>
          <a:prstGeom prst="ellipse">
            <a:avLst/>
          </a:prstGeom>
          <a:solidFill>
            <a:srgbClr val="E09A00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4112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🎵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094544"/>
            <a:ext cx="6217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9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Song of the Week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7200" y="4798632"/>
            <a:ext cx="6858000" cy="1371600"/>
          </a:xfrm>
          <a:prstGeom prst="roundRect">
            <a:avLst>
              <a:gd name="adj" fmla="val 9333"/>
            </a:avLst>
          </a:prstGeom>
          <a:solidFill>
            <a:srgbClr val="FFF3D9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935792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dip the apple in the honey, make a bracha loud and clear, Leshana Tova Umisuka, have a happy sweet new year!”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6581712"/>
            <a:ext cx="6858000" cy="2834640"/>
          </a:xfrm>
          <a:prstGeom prst="roundRect">
            <a:avLst>
              <a:gd name="adj" fmla="val 5806"/>
            </a:avLst>
          </a:prstGeom>
          <a:solidFill>
            <a:srgbClr val="4EA8DE"/>
          </a:solidFill>
          <a:ln/>
          <a:effectLst>
            <a:outerShdw sx="100000" sy="100000" kx="0" ky="0" algn="bl" rotWithShape="0" blurRad="76200" dist="25400" dir="5400000">
              <a:srgbClr val="6B6B6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6673152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6718872"/>
            <a:ext cx="640080" cy="64008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43700" y="8753412"/>
            <a:ext cx="411480" cy="41148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6837744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Gut Shabbos!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749611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Wishing you a Ksiva V’chasima Tova and a Sweet New Year!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818191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🍎 🍯 🥕 🎉 ✨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873055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— Morah Libby &amp; Morah Patzi —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2026-09-11T04:23:48Z</dcterms:created>
  <dcterms:modified xsi:type="dcterms:W3CDTF">2026-09-11T04:23:48Z</dcterms:modified>
</cp:coreProperties>
</file>